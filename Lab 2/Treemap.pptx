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6c053a77f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6c053a77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6c053a77f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6c053a77f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6c053a77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6c053a77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6c053a77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6c053a77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6c053a77f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6c053a77f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6c053a77f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6c053a77f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6c053a77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6c053a77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jaspersoft.com/es/articles/what-is-a-treemapping-chart" TargetMode="External"/><Relationship Id="rId4" Type="http://schemas.openxmlformats.org/officeDocument/2006/relationships/hyperlink" Target="https://www.canva.com/es_es/graficos/treema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Treemaps en Dataset Ventas de Videojuegos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40"/>
            <a:ext cx="81231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Marcelo Delgado Mora C12510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Felipe Mena Rodríguez C24721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Jose Mora Monge C15114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Treemaps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Definición: </a:t>
            </a:r>
            <a:r>
              <a:rPr lang="es-419"/>
              <a:t>Visualización de datos jerárquicos que utiliza rectángulos anidados. Cada rectángulo representa una categoría y el tamaño es proporcional a los valores numéricos respectivos. </a:t>
            </a:r>
            <a:r>
              <a:rPr b="1" lang="es-419"/>
              <a:t>Ej: </a:t>
            </a:r>
            <a:r>
              <a:rPr lang="es-419"/>
              <a:t>Ventas, Tamaño, etc.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Origen: </a:t>
            </a:r>
            <a:r>
              <a:rPr lang="es-419"/>
              <a:t>Creado en los 90s para representar espacio de discos duros. Ahora se aplica en Informática, Finanzas, Economía.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Funcionamiento: Jerarquía:</a:t>
            </a:r>
            <a:r>
              <a:rPr lang="es-419"/>
              <a:t> Nodos (categorías principales) y Hojas (subcategorías). </a:t>
            </a:r>
            <a:r>
              <a:rPr b="1" lang="es-419"/>
              <a:t>Tamaño: </a:t>
            </a:r>
            <a:r>
              <a:rPr lang="es-419"/>
              <a:t>Dependiendo de valor numérico. </a:t>
            </a:r>
            <a:r>
              <a:rPr b="1" lang="es-419"/>
              <a:t>Color: </a:t>
            </a:r>
            <a:r>
              <a:rPr lang="es-419"/>
              <a:t>Representar dimensión adicional. </a:t>
            </a:r>
            <a:r>
              <a:rPr b="1" lang="es-419"/>
              <a:t>Anidamiento: </a:t>
            </a:r>
            <a:r>
              <a:rPr lang="es-419"/>
              <a:t>Rectángulos pequeños dentro de grandes para mostrar relación.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Algoritmos: </a:t>
            </a:r>
            <a:r>
              <a:rPr lang="es-419"/>
              <a:t>Slice and Dice, Squarified, Etc. Se utiliza el que genere mejor claridad visual.</a:t>
            </a:r>
            <a:endParaRPr/>
          </a:p>
        </p:txBody>
      </p:sp>
      <p:pic>
        <p:nvPicPr>
          <p:cNvPr descr="File:2020 Mass. president treemap.jpg - Wikimedia Commons"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075" y="35600"/>
            <a:ext cx="1198399" cy="119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Treemaps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Ventajas: </a:t>
            </a:r>
            <a:r>
              <a:rPr lang="es-419"/>
              <a:t>Uso eficiente del espacio (Miles de datos en espacio reducido). Visualización inmediata y fácil (Patrones, Relaciones).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Limitaciones: </a:t>
            </a:r>
            <a:r>
              <a:rPr lang="es-419"/>
              <a:t>Lectura de Detalles (Requiere interacción). Datos Negativos (No soportados).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Aplicaciones: </a:t>
            </a:r>
            <a:r>
              <a:rPr lang="es-419"/>
              <a:t>Empresarial, Informática, Investigación. Gran uso en Grandes Volúmenes de Datos.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Herramientas: </a:t>
            </a:r>
            <a:r>
              <a:rPr lang="es-419"/>
              <a:t>BI, R, Python.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Recomendaciones: </a:t>
            </a:r>
            <a:r>
              <a:rPr lang="es-419"/>
              <a:t>Diseño limpio (no tanta jerarquía). Uso de color (colores contrastantes, y con leyendas). Etiquetado (Información relevante).</a:t>
            </a:r>
            <a:endParaRPr/>
          </a:p>
        </p:txBody>
      </p:sp>
      <p:pic>
        <p:nvPicPr>
          <p:cNvPr descr="Archivo:Estados Unidos treemap es.png - Wikipedia, la enciclopedia ..."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2650" y="92600"/>
            <a:ext cx="1430149" cy="11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Dataset Elegido: Análisis de Ventas de Videojuegos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Ventas de Videojuegos a lo largo de los años.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Videojuegos con ventas mayores a 100 000 copias.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419"/>
              <a:t>Campos: </a:t>
            </a:r>
            <a:r>
              <a:rPr lang="es-419"/>
              <a:t>Posición, Nombre, Plataforma, Año, Género, Editor, Ventas en NA, Ventas en EU, Ventas en JP, Ventas en Otros, Ventas Globales.</a:t>
            </a:r>
            <a:r>
              <a:rPr b="1" lang="es-419"/>
              <a:t>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Scrape de vgchartz.com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Publicado en 2017.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16 598 filas.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9650" y="3277050"/>
            <a:ext cx="2315275" cy="129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Tratamiento de Datos al Dataset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Descripción del Dataset.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Encontrar filas con datos nulos.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271 filas con Año nulo.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58 filas con Editor Nulo.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Eliminar filas con campos nulos.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Cambiar nombres de columnas no descriptivas.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925" y="3220025"/>
            <a:ext cx="585675" cy="1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225" y="3331674"/>
            <a:ext cx="491803" cy="1586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3760813" y="3825575"/>
            <a:ext cx="4572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Treemap Aplicado al Dataset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924" y="1152474"/>
            <a:ext cx="2734000" cy="18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375" y="3223625"/>
            <a:ext cx="5407101" cy="13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Muchas Gracias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510450" y="1838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Fuentes: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612650" y="940375"/>
            <a:ext cx="81231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s-419" sz="1800">
                <a:solidFill>
                  <a:schemeClr val="lt1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https://www.jaspersoft.com/es/articles/what-is-a-treemapping-chart</a:t>
            </a:r>
            <a:r>
              <a:rPr lang="es-419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s-419" sz="1800">
                <a:solidFill>
                  <a:schemeClr val="lt1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https://www.canva.com/es_es/graficos/treemap/</a:t>
            </a:r>
            <a:r>
              <a:rPr lang="es-419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s-419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https://www.kaggle.com/datasets/gregorut/videogamesales.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